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257" r:id="rId5"/>
    <p:sldId id="304" r:id="rId6"/>
    <p:sldId id="315" r:id="rId7"/>
    <p:sldId id="281" r:id="rId8"/>
    <p:sldId id="307" r:id="rId9"/>
    <p:sldId id="282" r:id="rId10"/>
    <p:sldId id="316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F92376D-1A38-423B-9297-427BDDA5E08F}">
          <p14:sldIdLst>
            <p14:sldId id="257"/>
            <p14:sldId id="304"/>
            <p14:sldId id="315"/>
            <p14:sldId id="281"/>
            <p14:sldId id="307"/>
            <p14:sldId id="282"/>
            <p14:sldId id="316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1F6EA-E523-41C6-9FD7-1060BF075BA1}" v="38" dt="2026-04-07T16:46:31.105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http://anjumancoe.blogspot.com/2016/08/gi-fi-technology-of-new-era-by-akansha.html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1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  <p:sldLayoutId id="2147483693" r:id="rId18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39F94E-B13E-66B9-D943-2B730258FC63}"/>
              </a:ext>
            </a:extLst>
          </p:cNvPr>
          <p:cNvSpPr txBox="1"/>
          <p:nvPr/>
        </p:nvSpPr>
        <p:spPr>
          <a:xfrm>
            <a:off x="2406437" y="2109557"/>
            <a:ext cx="8001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Agent-Based Document Q&amp;A System with MCP Integration</a:t>
            </a:r>
            <a:endParaRPr lang="en-US" sz="480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3FDAA-8D49-E18B-F864-C5EB2C353DFC}"/>
              </a:ext>
            </a:extLst>
          </p:cNvPr>
          <p:cNvSpPr txBox="1"/>
          <p:nvPr/>
        </p:nvSpPr>
        <p:spPr>
          <a:xfrm>
            <a:off x="8900327" y="4566659"/>
            <a:ext cx="30851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B.Sahith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557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0" y="89162"/>
            <a:ext cx="10282335" cy="803078"/>
          </a:xfrm>
        </p:spPr>
        <p:txBody>
          <a:bodyPr/>
          <a:lstStyle/>
          <a:p>
            <a:pPr algn="ctr"/>
            <a:r>
              <a:rPr lang="en-IN" sz="3200" dirty="0"/>
              <a:t>AGENT-BASED ARCHITECTURE (WITH MCP)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50188" y="531844"/>
            <a:ext cx="1067589" cy="471489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710B95-BB1E-D425-7286-4BAD04204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519335" y="1422398"/>
            <a:ext cx="9153330" cy="4931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38" y="141527"/>
            <a:ext cx="10580051" cy="631343"/>
          </a:xfrm>
        </p:spPr>
        <p:txBody>
          <a:bodyPr/>
          <a:lstStyle/>
          <a:p>
            <a:r>
              <a:rPr lang="en-IN" sz="2800" dirty="0"/>
              <a:t>SYSTEM FLOW DIAGRAM (WITH MESSAGE PASSING)</a:t>
            </a:r>
            <a:endParaRPr lang="en-US" sz="2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34CBE7E-142C-2D65-B161-E5C00F19C5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2677887" y="969185"/>
            <a:ext cx="4627982" cy="574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249494-1A3C-EBE3-9848-FDDA76CA9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426" y="1530019"/>
            <a:ext cx="9091675" cy="441101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Streamlit</a:t>
            </a:r>
          </a:p>
          <a:p>
            <a:pPr>
              <a:lnSpc>
                <a:spcPct val="15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</a:t>
            </a:r>
          </a:p>
          <a:p>
            <a:pPr>
              <a:lnSpc>
                <a:spcPct val="15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LLM: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Mixtral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Embeddings: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DB: FAISS</a:t>
            </a:r>
          </a:p>
          <a:p>
            <a:pPr>
              <a:lnSpc>
                <a:spcPct val="150000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PyPDF2, pandas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525B93FA-6A36-6EB6-5B5D-069B2CB4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427" y="820592"/>
            <a:ext cx="3794449" cy="560437"/>
          </a:xfrm>
        </p:spPr>
        <p:txBody>
          <a:bodyPr/>
          <a:lstStyle/>
          <a:p>
            <a:r>
              <a:rPr lang="en-IN" sz="3200" dirty="0"/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61119"/>
            <a:ext cx="3808970" cy="539722"/>
          </a:xfrm>
        </p:spPr>
        <p:txBody>
          <a:bodyPr/>
          <a:lstStyle/>
          <a:p>
            <a:r>
              <a:rPr lang="en-IN" sz="2800" dirty="0"/>
              <a:t>UI SCREENSHOT</a:t>
            </a:r>
            <a:endParaRPr lang="en-US" sz="28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F7D122B-A44B-491A-C7A6-B9396081F5F3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2670104" y="1568450"/>
            <a:ext cx="7396526" cy="416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610" y="1051756"/>
            <a:ext cx="6783243" cy="603889"/>
          </a:xfrm>
        </p:spPr>
        <p:txBody>
          <a:bodyPr/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Faced:</a:t>
            </a:r>
            <a:b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552CD4-F763-C52B-DC57-3DADD08FDBF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864610" y="1503607"/>
            <a:ext cx="6941863" cy="237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Handling multiple file formats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chunk quality</a:t>
            </a:r>
          </a:p>
          <a:p>
            <a:pPr marL="0" indent="0">
              <a:buNone/>
            </a:pP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LLM response latency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7BD0-423B-2DB1-A4D5-0C33AB1D8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496" y="692943"/>
            <a:ext cx="7965461" cy="994164"/>
          </a:xfrm>
        </p:spPr>
        <p:txBody>
          <a:bodyPr/>
          <a:lstStyle/>
          <a:p>
            <a:r>
              <a:rPr lang="en-IN" dirty="0"/>
              <a:t>Future Improvements: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EEC84-D632-DDA2-0FAE-448A8A6B8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463" y="1833838"/>
            <a:ext cx="7965460" cy="3497698"/>
          </a:xfrm>
        </p:spPr>
        <p:txBody>
          <a:bodyPr/>
          <a:lstStyle/>
          <a:p>
            <a:pPr marL="0" indent="0">
              <a:buNone/>
            </a:pPr>
            <a:r>
              <a:rPr lang="en-IN" sz="3600" dirty="0"/>
              <a:t>• Add OpenAI / local models</a:t>
            </a:r>
          </a:p>
          <a:p>
            <a:pPr marL="0" indent="0">
              <a:buNone/>
            </a:pPr>
            <a:r>
              <a:rPr lang="en-IN" sz="3600" dirty="0"/>
              <a:t>• Persistent database</a:t>
            </a:r>
          </a:p>
          <a:p>
            <a:pPr marL="0" indent="0">
              <a:buNone/>
            </a:pPr>
            <a:r>
              <a:rPr lang="en-IN" sz="3600" dirty="0"/>
              <a:t>• Better UI/UX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043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3441" y="2580640"/>
            <a:ext cx="5715000" cy="1017171"/>
          </a:xfrm>
        </p:spPr>
        <p:txBody>
          <a:bodyPr/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www.w3.org/XML/1998/namespace"/>
    <ds:schemaRef ds:uri="http://purl.org/dc/elements/1.1/"/>
    <ds:schemaRef ds:uri="http://schemas.microsoft.com/sharepoint/v3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71af3243-3dd4-4a8d-8c0d-dd76da1f02a5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{32E00AA0-366E-46FE-BA56-49DBCD12280F}tf78438558_win32</Template>
  <TotalTime>357</TotalTime>
  <Words>115</Words>
  <Application>Microsoft Office PowerPoint</Application>
  <PresentationFormat>Widescreen</PresentationFormat>
  <Paragraphs>24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Times New Roman</vt:lpstr>
      <vt:lpstr>Custom</vt:lpstr>
      <vt:lpstr>PowerPoint Presentation</vt:lpstr>
      <vt:lpstr>AGENT-BASED ARCHITECTURE (WITH MCP)</vt:lpstr>
      <vt:lpstr>SYSTEM FLOW DIAGRAM (WITH MESSAGE PASSING)</vt:lpstr>
      <vt:lpstr>TECH STACK</vt:lpstr>
      <vt:lpstr>UI SCREENSHOT</vt:lpstr>
      <vt:lpstr>Challenges Faced: </vt:lpstr>
      <vt:lpstr>Future Improvements: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Aravind Bopparaju</dc:creator>
  <cp:lastModifiedBy>Aravind Bopparaju</cp:lastModifiedBy>
  <cp:revision>5</cp:revision>
  <dcterms:created xsi:type="dcterms:W3CDTF">2025-11-13T15:06:42Z</dcterms:created>
  <dcterms:modified xsi:type="dcterms:W3CDTF">2026-04-09T08:24:13Z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